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1945600" cy="329184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800"/>
    <a:srgbClr val="FF8000"/>
    <a:srgbClr val="990099"/>
    <a:srgbClr val="000062"/>
    <a:srgbClr val="000099"/>
    <a:srgbClr val="003399"/>
    <a:srgbClr val="6600CC"/>
    <a:srgbClr val="860808"/>
    <a:srgbClr val="AA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78C51-3427-B141-92D4-0310B6FDFA05}" v="14" dt="2025-04-11T16:51:05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6245" autoAdjust="0"/>
  </p:normalViewPr>
  <p:slideViewPr>
    <p:cSldViewPr showGuides="1">
      <p:cViewPr>
        <p:scale>
          <a:sx n="35" d="100"/>
          <a:sy n="35" d="100"/>
        </p:scale>
        <p:origin x="1120" y="16"/>
      </p:cViewPr>
      <p:guideLst>
        <p:guide orient="horz" pos="10368"/>
        <p:guide pos="6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517" y="5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fect Sylvester (student)" userId="8bf00023-a6db-488e-98e7-fe5894d1cb9b" providerId="ADAL" clId="{68078C51-3427-B141-92D4-0310B6FDFA05}"/>
    <pc:docChg chg="undo custSel modSld">
      <pc:chgData name="Perfect Sylvester (student)" userId="8bf00023-a6db-488e-98e7-fe5894d1cb9b" providerId="ADAL" clId="{68078C51-3427-B141-92D4-0310B6FDFA05}" dt="2025-04-11T16:52:25.949" v="544" actId="1076"/>
      <pc:docMkLst>
        <pc:docMk/>
      </pc:docMkLst>
      <pc:sldChg chg="addSp delSp modSp mod">
        <pc:chgData name="Perfect Sylvester (student)" userId="8bf00023-a6db-488e-98e7-fe5894d1cb9b" providerId="ADAL" clId="{68078C51-3427-B141-92D4-0310B6FDFA05}" dt="2025-04-11T16:52:25.949" v="544" actId="1076"/>
        <pc:sldMkLst>
          <pc:docMk/>
          <pc:sldMk cId="0" sldId="256"/>
        </pc:sldMkLst>
        <pc:spChg chg="mod">
          <ac:chgData name="Perfect Sylvester (student)" userId="8bf00023-a6db-488e-98e7-fe5894d1cb9b" providerId="ADAL" clId="{68078C51-3427-B141-92D4-0310B6FDFA05}" dt="2025-04-11T16:28:36.481" v="528" actId="1076"/>
          <ac:spMkLst>
            <pc:docMk/>
            <pc:sldMk cId="0" sldId="256"/>
            <ac:spMk id="2" creationId="{10923565-D0D6-11EB-0647-6AE67D6D4B90}"/>
          </ac:spMkLst>
        </pc:spChg>
        <pc:spChg chg="mod">
          <ac:chgData name="Perfect Sylvester (student)" userId="8bf00023-a6db-488e-98e7-fe5894d1cb9b" providerId="ADAL" clId="{68078C51-3427-B141-92D4-0310B6FDFA05}" dt="2025-04-11T16:16:47.154" v="496"/>
          <ac:spMkLst>
            <pc:docMk/>
            <pc:sldMk cId="0" sldId="256"/>
            <ac:spMk id="7" creationId="{DBD45403-62D0-C026-C194-E7D18098917C}"/>
          </ac:spMkLst>
        </pc:spChg>
        <pc:spChg chg="mod">
          <ac:chgData name="Perfect Sylvester (student)" userId="8bf00023-a6db-488e-98e7-fe5894d1cb9b" providerId="ADAL" clId="{68078C51-3427-B141-92D4-0310B6FDFA05}" dt="2025-04-11T15:26:10.356" v="263" actId="1076"/>
          <ac:spMkLst>
            <pc:docMk/>
            <pc:sldMk cId="0" sldId="256"/>
            <ac:spMk id="8" creationId="{72B33EE6-0867-605B-4CFD-C14E66646260}"/>
          </ac:spMkLst>
        </pc:spChg>
        <pc:spChg chg="mod">
          <ac:chgData name="Perfect Sylvester (student)" userId="8bf00023-a6db-488e-98e7-fe5894d1cb9b" providerId="ADAL" clId="{68078C51-3427-B141-92D4-0310B6FDFA05}" dt="2025-04-11T16:28:44.738" v="529" actId="1076"/>
          <ac:spMkLst>
            <pc:docMk/>
            <pc:sldMk cId="0" sldId="256"/>
            <ac:spMk id="14" creationId="{96658EEA-6217-6B29-B4C1-9D183DA7A83F}"/>
          </ac:spMkLst>
        </pc:spChg>
        <pc:spChg chg="add mod">
          <ac:chgData name="Perfect Sylvester (student)" userId="8bf00023-a6db-488e-98e7-fe5894d1cb9b" providerId="ADAL" clId="{68078C51-3427-B141-92D4-0310B6FDFA05}" dt="2025-04-11T16:12:27.796" v="485" actId="1076"/>
          <ac:spMkLst>
            <pc:docMk/>
            <pc:sldMk cId="0" sldId="256"/>
            <ac:spMk id="17" creationId="{187EE8A7-E80E-04B2-417E-3538B31B527D}"/>
          </ac:spMkLst>
        </pc:spChg>
        <pc:spChg chg="add mod">
          <ac:chgData name="Perfect Sylvester (student)" userId="8bf00023-a6db-488e-98e7-fe5894d1cb9b" providerId="ADAL" clId="{68078C51-3427-B141-92D4-0310B6FDFA05}" dt="2025-04-11T15:32:13.566" v="411" actId="767"/>
          <ac:spMkLst>
            <pc:docMk/>
            <pc:sldMk cId="0" sldId="256"/>
            <ac:spMk id="19" creationId="{99F8F577-D38E-856D-6BD3-A5B4C8F1C572}"/>
          </ac:spMkLst>
        </pc:spChg>
        <pc:spChg chg="mod">
          <ac:chgData name="Perfect Sylvester (student)" userId="8bf00023-a6db-488e-98e7-fe5894d1cb9b" providerId="ADAL" clId="{68078C51-3427-B141-92D4-0310B6FDFA05}" dt="2025-04-11T15:26:02.968" v="262" actId="1076"/>
          <ac:spMkLst>
            <pc:docMk/>
            <pc:sldMk cId="0" sldId="256"/>
            <ac:spMk id="21" creationId="{9B2C4E9C-1E75-F415-AA42-D834EBADA592}"/>
          </ac:spMkLst>
        </pc:spChg>
        <pc:spChg chg="del">
          <ac:chgData name="Perfect Sylvester (student)" userId="8bf00023-a6db-488e-98e7-fe5894d1cb9b" providerId="ADAL" clId="{68078C51-3427-B141-92D4-0310B6FDFA05}" dt="2025-04-11T15:21:21.621" v="12" actId="21"/>
          <ac:spMkLst>
            <pc:docMk/>
            <pc:sldMk cId="0" sldId="256"/>
            <ac:spMk id="22" creationId="{89AE3C67-7E57-A81A-27DA-85A935C87C0E}"/>
          </ac:spMkLst>
        </pc:spChg>
        <pc:spChg chg="add mod">
          <ac:chgData name="Perfect Sylvester (student)" userId="8bf00023-a6db-488e-98e7-fe5894d1cb9b" providerId="ADAL" clId="{68078C51-3427-B141-92D4-0310B6FDFA05}" dt="2025-04-11T16:12:54.134" v="490" actId="1076"/>
          <ac:spMkLst>
            <pc:docMk/>
            <pc:sldMk cId="0" sldId="256"/>
            <ac:spMk id="23" creationId="{9FD1B73E-59B8-5089-0FF6-0AA3952FD2C1}"/>
          </ac:spMkLst>
        </pc:spChg>
        <pc:spChg chg="del">
          <ac:chgData name="Perfect Sylvester (student)" userId="8bf00023-a6db-488e-98e7-fe5894d1cb9b" providerId="ADAL" clId="{68078C51-3427-B141-92D4-0310B6FDFA05}" dt="2025-04-11T15:21:17.719" v="11" actId="21"/>
          <ac:spMkLst>
            <pc:docMk/>
            <pc:sldMk cId="0" sldId="256"/>
            <ac:spMk id="25" creationId="{D13949D0-7B9C-3C3F-282E-D9113B2B65D5}"/>
          </ac:spMkLst>
        </pc:spChg>
        <pc:spChg chg="mod">
          <ac:chgData name="Perfect Sylvester (student)" userId="8bf00023-a6db-488e-98e7-fe5894d1cb9b" providerId="ADAL" clId="{68078C51-3427-B141-92D4-0310B6FDFA05}" dt="2025-04-11T16:32:38.642" v="531"/>
          <ac:spMkLst>
            <pc:docMk/>
            <pc:sldMk cId="0" sldId="256"/>
            <ac:spMk id="27" creationId="{CF7BAE03-E19B-0701-1977-B09B7104B35C}"/>
          </ac:spMkLst>
        </pc:spChg>
        <pc:spChg chg="add del mod">
          <ac:chgData name="Perfect Sylvester (student)" userId="8bf00023-a6db-488e-98e7-fe5894d1cb9b" providerId="ADAL" clId="{68078C51-3427-B141-92D4-0310B6FDFA05}" dt="2025-04-11T16:07:38.627" v="441"/>
          <ac:spMkLst>
            <pc:docMk/>
            <pc:sldMk cId="0" sldId="256"/>
            <ac:spMk id="29" creationId="{956F0FC5-875E-D983-31AE-125F1D5EF278}"/>
          </ac:spMkLst>
        </pc:spChg>
        <pc:spChg chg="mod">
          <ac:chgData name="Perfect Sylvester (student)" userId="8bf00023-a6db-488e-98e7-fe5894d1cb9b" providerId="ADAL" clId="{68078C51-3427-B141-92D4-0310B6FDFA05}" dt="2025-04-11T15:28:18.450" v="278" actId="20577"/>
          <ac:spMkLst>
            <pc:docMk/>
            <pc:sldMk cId="0" sldId="256"/>
            <ac:spMk id="31" creationId="{053B1E9D-E07E-464B-B0B3-D29472A15535}"/>
          </ac:spMkLst>
        </pc:spChg>
        <pc:spChg chg="mod">
          <ac:chgData name="Perfect Sylvester (student)" userId="8bf00023-a6db-488e-98e7-fe5894d1cb9b" providerId="ADAL" clId="{68078C51-3427-B141-92D4-0310B6FDFA05}" dt="2025-04-11T15:28:52.650" v="302" actId="20577"/>
          <ac:spMkLst>
            <pc:docMk/>
            <pc:sldMk cId="0" sldId="256"/>
            <ac:spMk id="33" creationId="{D38B3371-7F0B-BE76-4B4C-290A94A2A12C}"/>
          </ac:spMkLst>
        </pc:spChg>
        <pc:spChg chg="add mod">
          <ac:chgData name="Perfect Sylvester (student)" userId="8bf00023-a6db-488e-98e7-fe5894d1cb9b" providerId="ADAL" clId="{68078C51-3427-B141-92D4-0310B6FDFA05}" dt="2025-04-11T16:13:13.202" v="493" actId="1076"/>
          <ac:spMkLst>
            <pc:docMk/>
            <pc:sldMk cId="0" sldId="256"/>
            <ac:spMk id="34" creationId="{9429BD23-2E73-8D09-1FC3-1534F7FF9E93}"/>
          </ac:spMkLst>
        </pc:spChg>
        <pc:spChg chg="mod">
          <ac:chgData name="Perfect Sylvester (student)" userId="8bf00023-a6db-488e-98e7-fe5894d1cb9b" providerId="ADAL" clId="{68078C51-3427-B141-92D4-0310B6FDFA05}" dt="2025-04-11T16:48:52.738" v="532" actId="122"/>
          <ac:spMkLst>
            <pc:docMk/>
            <pc:sldMk cId="0" sldId="256"/>
            <ac:spMk id="55" creationId="{00000000-0000-0000-0000-000000000000}"/>
          </ac:spMkLst>
        </pc:spChg>
        <pc:spChg chg="mod">
          <ac:chgData name="Perfect Sylvester (student)" userId="8bf00023-a6db-488e-98e7-fe5894d1cb9b" providerId="ADAL" clId="{68078C51-3427-B141-92D4-0310B6FDFA05}" dt="2025-04-11T16:26:20.486" v="516" actId="20577"/>
          <ac:spMkLst>
            <pc:docMk/>
            <pc:sldMk cId="0" sldId="256"/>
            <ac:spMk id="2273" creationId="{00000000-0000-0000-0000-000000000000}"/>
          </ac:spMkLst>
        </pc:spChg>
        <pc:graphicFrameChg chg="add del mod modGraphic">
          <ac:chgData name="Perfect Sylvester (student)" userId="8bf00023-a6db-488e-98e7-fe5894d1cb9b" providerId="ADAL" clId="{68078C51-3427-B141-92D4-0310B6FDFA05}" dt="2025-04-11T16:08:02.415" v="446" actId="21"/>
          <ac:graphicFrameMkLst>
            <pc:docMk/>
            <pc:sldMk cId="0" sldId="256"/>
            <ac:graphicFrameMk id="26" creationId="{D4D70548-4309-8A13-C7C4-4EBFDEA1BFE5}"/>
          </ac:graphicFrameMkLst>
        </pc:graphicFrameChg>
        <pc:graphicFrameChg chg="add mod">
          <ac:chgData name="Perfect Sylvester (student)" userId="8bf00023-a6db-488e-98e7-fe5894d1cb9b" providerId="ADAL" clId="{68078C51-3427-B141-92D4-0310B6FDFA05}" dt="2025-04-11T16:06:49.691" v="438" actId="1076"/>
          <ac:graphicFrameMkLst>
            <pc:docMk/>
            <pc:sldMk cId="0" sldId="256"/>
            <ac:graphicFrameMk id="28" creationId="{1BAE53EA-ECB3-6DEC-530F-3D7E6F449ADB}"/>
          </ac:graphicFrameMkLst>
        </pc:graphicFrameChg>
        <pc:graphicFrameChg chg="add del mod modGraphic">
          <ac:chgData name="Perfect Sylvester (student)" userId="8bf00023-a6db-488e-98e7-fe5894d1cb9b" providerId="ADAL" clId="{68078C51-3427-B141-92D4-0310B6FDFA05}" dt="2025-04-11T16:10:24.494" v="457" actId="21"/>
          <ac:graphicFrameMkLst>
            <pc:docMk/>
            <pc:sldMk cId="0" sldId="256"/>
            <ac:graphicFrameMk id="30" creationId="{60890DFB-7BAD-C507-BDF4-55198D7D76D6}"/>
          </ac:graphicFrameMkLst>
        </pc:graphicFrameChg>
        <pc:graphicFrameChg chg="add del mod modGraphic">
          <ac:chgData name="Perfect Sylvester (student)" userId="8bf00023-a6db-488e-98e7-fe5894d1cb9b" providerId="ADAL" clId="{68078C51-3427-B141-92D4-0310B6FDFA05}" dt="2025-04-11T16:52:16.245" v="543" actId="21"/>
          <ac:graphicFrameMkLst>
            <pc:docMk/>
            <pc:sldMk cId="0" sldId="256"/>
            <ac:graphicFrameMk id="32" creationId="{1AD07E72-DE7C-B81D-D86A-0E058393F5C9}"/>
          </ac:graphicFrameMkLst>
        </pc:graphicFrameChg>
        <pc:graphicFrameChg chg="add mod modGraphic">
          <ac:chgData name="Perfect Sylvester (student)" userId="8bf00023-a6db-488e-98e7-fe5894d1cb9b" providerId="ADAL" clId="{68078C51-3427-B141-92D4-0310B6FDFA05}" dt="2025-04-11T16:52:25.949" v="544" actId="1076"/>
          <ac:graphicFrameMkLst>
            <pc:docMk/>
            <pc:sldMk cId="0" sldId="256"/>
            <ac:graphicFrameMk id="35" creationId="{1AE7F597-F04D-FE7C-7517-7878E2FDF82B}"/>
          </ac:graphicFrameMkLst>
        </pc:graphicFrameChg>
        <pc:picChg chg="add mod">
          <ac:chgData name="Perfect Sylvester (student)" userId="8bf00023-a6db-488e-98e7-fe5894d1cb9b" providerId="ADAL" clId="{68078C51-3427-B141-92D4-0310B6FDFA05}" dt="2025-04-11T16:12:20.949" v="484" actId="14100"/>
          <ac:picMkLst>
            <pc:docMk/>
            <pc:sldMk cId="0" sldId="256"/>
            <ac:picMk id="11" creationId="{C759C523-EB14-54AF-12C2-CEC030CD91D0}"/>
          </ac:picMkLst>
        </pc:picChg>
        <pc:picChg chg="add mod">
          <ac:chgData name="Perfect Sylvester (student)" userId="8bf00023-a6db-488e-98e7-fe5894d1cb9b" providerId="ADAL" clId="{68078C51-3427-B141-92D4-0310B6FDFA05}" dt="2025-04-11T16:12:47.870" v="489" actId="1076"/>
          <ac:picMkLst>
            <pc:docMk/>
            <pc:sldMk cId="0" sldId="256"/>
            <ac:picMk id="16" creationId="{327E7A0C-8B4C-3A0D-2D6F-79CF2C7B66C3}"/>
          </ac:picMkLst>
        </pc:picChg>
        <pc:picChg chg="del">
          <ac:chgData name="Perfect Sylvester (student)" userId="8bf00023-a6db-488e-98e7-fe5894d1cb9b" providerId="ADAL" clId="{68078C51-3427-B141-92D4-0310B6FDFA05}" dt="2025-04-11T15:18:39.543" v="0" actId="21"/>
          <ac:picMkLst>
            <pc:docMk/>
            <pc:sldMk cId="0" sldId="256"/>
            <ac:picMk id="18" creationId="{A707F83D-38CC-9E71-E502-2879CE217494}"/>
          </ac:picMkLst>
        </pc:picChg>
        <pc:picChg chg="del">
          <ac:chgData name="Perfect Sylvester (student)" userId="8bf00023-a6db-488e-98e7-fe5894d1cb9b" providerId="ADAL" clId="{68078C51-3427-B141-92D4-0310B6FDFA05}" dt="2025-04-11T15:18:44.643" v="1" actId="21"/>
          <ac:picMkLst>
            <pc:docMk/>
            <pc:sldMk cId="0" sldId="256"/>
            <ac:picMk id="20" creationId="{69FF529C-67C8-0F16-E99A-0EBA6B458FF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t" anchorCtr="0" compatLnSpc="1">
            <a:prstTxWarp prst="textNoShape">
              <a:avLst/>
            </a:prstTxWarp>
          </a:bodyPr>
          <a:lstStyle>
            <a:lvl1pPr defTabSz="973138">
              <a:defRPr sz="12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t" anchorCtr="0" compatLnSpc="1">
            <a:prstTxWarp prst="textNoShape">
              <a:avLst/>
            </a:prstTxWarp>
          </a:bodyPr>
          <a:lstStyle>
            <a:lvl1pPr algn="r" defTabSz="973138">
              <a:defRPr sz="12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b" anchorCtr="0" compatLnSpc="1">
            <a:prstTxWarp prst="textNoShape">
              <a:avLst/>
            </a:prstTxWarp>
          </a:bodyPr>
          <a:lstStyle>
            <a:lvl1pPr defTabSz="973138">
              <a:defRPr sz="1200"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7454" tIns="48727" rIns="97454" bIns="48727" numCol="1" anchor="b" anchorCtr="0" compatLnSpc="1">
            <a:prstTxWarp prst="textNoShape">
              <a:avLst/>
            </a:prstTxWarp>
          </a:bodyPr>
          <a:lstStyle>
            <a:lvl1pPr algn="r" defTabSz="973138">
              <a:defRPr sz="1200"/>
            </a:lvl1pPr>
          </a:lstStyle>
          <a:p>
            <a:fld id="{4BD6A864-FCB8-4947-8EB0-FC737DE7D9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26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7C0CA-037E-4EA2-B87E-24F4E5EE8685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8100" y="1200150"/>
            <a:ext cx="215900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A350F-CC70-4BE2-95B3-E8C2583BE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8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8100" y="1200150"/>
            <a:ext cx="215900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A350F-CC70-4BE2-95B3-E8C2583BE5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7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0226676"/>
            <a:ext cx="1865376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0" y="18653126"/>
            <a:ext cx="15361920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  <a:lvl6pPr marL="1143000" indent="0" algn="ctr">
              <a:buNone/>
              <a:defRPr/>
            </a:lvl6pPr>
            <a:lvl7pPr marL="1371600" indent="0" algn="ctr">
              <a:buNone/>
              <a:defRPr/>
            </a:lvl7pPr>
            <a:lvl8pPr marL="1600200" indent="0" algn="ctr">
              <a:buNone/>
              <a:defRPr/>
            </a:lvl8pPr>
            <a:lvl9pPr marL="18288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942EA-6F38-8A47-AD91-36822FC616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0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AFDB61-9772-BD42-B92D-E4FA38B46F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0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0" y="21153440"/>
            <a:ext cx="18653760" cy="6537325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0" y="13952538"/>
            <a:ext cx="18653760" cy="7200900"/>
          </a:xfrm>
        </p:spPr>
        <p:txBody>
          <a:bodyPr anchor="b"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7A699-1E9D-8A4F-85D2-596832AB2D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1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9509127"/>
            <a:ext cx="9281160" cy="1975167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8520" y="9509127"/>
            <a:ext cx="9281160" cy="1975167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E9A5B4-93C1-CA42-8F4E-9F0544C147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9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17625"/>
            <a:ext cx="1975104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1" y="7369177"/>
            <a:ext cx="9696450" cy="307022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1" y="10439402"/>
            <a:ext cx="9696450" cy="18965863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8060" y="7369177"/>
            <a:ext cx="9700260" cy="307022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8060" y="10439402"/>
            <a:ext cx="9700260" cy="18965863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01A36-B0FD-8D45-92AF-3244877B6D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8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1F29A-221A-CC41-A24D-0B4049EB72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3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6B03FD-D704-5144-B6FA-E10938C88F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1311276"/>
            <a:ext cx="7219950" cy="5576888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120" y="1311276"/>
            <a:ext cx="12268200" cy="2809398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6888163"/>
            <a:ext cx="7219950" cy="22517100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C01AD-7E11-444C-BC7C-0C4069278C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0" y="23042565"/>
            <a:ext cx="13167360" cy="272097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490" y="2941640"/>
            <a:ext cx="13167360" cy="1975008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490" y="25763540"/>
            <a:ext cx="13167360" cy="3862387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E071A3-D9CB-E444-83E8-D7CD1BE6FF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BCB70-9ACF-1544-941E-1F52D7C1F7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3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36240" y="2925765"/>
            <a:ext cx="4663440" cy="2633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2925765"/>
            <a:ext cx="13898880" cy="2633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46C09-2BB9-6D4C-B2D6-71F09082B5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4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920" y="2925763"/>
            <a:ext cx="18653760" cy="5486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920" y="9509127"/>
            <a:ext cx="18653760" cy="197516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920" y="29992640"/>
            <a:ext cx="4572000" cy="21939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defTabSz="2403475">
              <a:defRPr sz="37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8080" y="29992640"/>
            <a:ext cx="6949440" cy="21939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ctr" defTabSz="2403475">
              <a:defRPr sz="37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727680" y="29992640"/>
            <a:ext cx="4572000" cy="21939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480709" tIns="240355" rIns="480709" bIns="240355" numCol="1" anchor="t" anchorCtr="0" compatLnSpc="1">
            <a:prstTxWarp prst="textNoShape">
              <a:avLst/>
            </a:prstTxWarp>
          </a:bodyPr>
          <a:lstStyle>
            <a:lvl1pPr algn="r" defTabSz="2403475">
              <a:defRPr sz="3700"/>
            </a:lvl1pPr>
          </a:lstStyle>
          <a:p>
            <a:fld id="{155472E3-CEB2-7046-8024-BC3534FECBD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+mj-lt"/>
          <a:ea typeface="+mj-ea"/>
          <a:cs typeface="+mj-cs"/>
        </a:defRPr>
      </a:lvl1pPr>
      <a:lvl2pPr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2pPr>
      <a:lvl3pPr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3pPr>
      <a:lvl4pPr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4pPr>
      <a:lvl5pPr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5pPr>
      <a:lvl6pPr marL="228600"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6pPr>
      <a:lvl7pPr marL="457200"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7pPr>
      <a:lvl8pPr marL="685800"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8pPr>
      <a:lvl9pPr marL="914400" algn="ctr" defTabSz="2403475" rtl="0" fontAlgn="base">
        <a:spcBef>
          <a:spcPct val="0"/>
        </a:spcBef>
        <a:spcAft>
          <a:spcPct val="0"/>
        </a:spcAft>
        <a:defRPr sz="11550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901700" indent="-901700" algn="l" defTabSz="2403475" rtl="0" fontAlgn="base">
        <a:spcBef>
          <a:spcPct val="20000"/>
        </a:spcBef>
        <a:spcAft>
          <a:spcPct val="0"/>
        </a:spcAft>
        <a:buChar char="•"/>
        <a:defRPr sz="8400">
          <a:solidFill>
            <a:schemeClr val="tx1"/>
          </a:solidFill>
          <a:latin typeface="+mn-lt"/>
          <a:ea typeface="+mn-ea"/>
          <a:cs typeface="+mn-cs"/>
        </a:defRPr>
      </a:lvl1pPr>
      <a:lvl2pPr marL="1952625" indent="-750888" algn="l" defTabSz="2403475" rtl="0" fontAlgn="base">
        <a:spcBef>
          <a:spcPct val="20000"/>
        </a:spcBef>
        <a:spcAft>
          <a:spcPct val="0"/>
        </a:spcAft>
        <a:buChar char="–"/>
        <a:defRPr sz="7350">
          <a:solidFill>
            <a:schemeClr val="tx1"/>
          </a:solidFill>
          <a:latin typeface="+mn-lt"/>
          <a:ea typeface="+mn-ea"/>
        </a:defRPr>
      </a:lvl2pPr>
      <a:lvl3pPr marL="3004344" indent="-600869" algn="l" defTabSz="2403475" rtl="0" fontAlgn="base">
        <a:spcBef>
          <a:spcPct val="20000"/>
        </a:spcBef>
        <a:spcAft>
          <a:spcPct val="0"/>
        </a:spcAft>
        <a:buChar char="•"/>
        <a:defRPr sz="6300">
          <a:solidFill>
            <a:schemeClr val="tx1"/>
          </a:solidFill>
          <a:latin typeface="+mn-lt"/>
          <a:ea typeface="+mn-ea"/>
        </a:defRPr>
      </a:lvl3pPr>
      <a:lvl4pPr marL="4206082" indent="-600869" algn="l" defTabSz="2403475" rtl="0" fontAlgn="base">
        <a:spcBef>
          <a:spcPct val="20000"/>
        </a:spcBef>
        <a:spcAft>
          <a:spcPct val="0"/>
        </a:spcAft>
        <a:buChar char="–"/>
        <a:defRPr sz="5250">
          <a:solidFill>
            <a:schemeClr val="tx1"/>
          </a:solidFill>
          <a:latin typeface="+mn-lt"/>
          <a:ea typeface="+mn-ea"/>
        </a:defRPr>
      </a:lvl4pPr>
      <a:lvl5pPr marL="5407819" indent="-600869" algn="l" defTabSz="2403475" rtl="0" fontAlgn="base">
        <a:spcBef>
          <a:spcPct val="20000"/>
        </a:spcBef>
        <a:spcAft>
          <a:spcPct val="0"/>
        </a:spcAft>
        <a:buChar char="»"/>
        <a:defRPr sz="5250">
          <a:solidFill>
            <a:schemeClr val="tx1"/>
          </a:solidFill>
          <a:latin typeface="+mn-lt"/>
          <a:ea typeface="+mn-ea"/>
        </a:defRPr>
      </a:lvl5pPr>
      <a:lvl6pPr marL="5636419" indent="-600869" algn="l" defTabSz="2403475" rtl="0" fontAlgn="base">
        <a:spcBef>
          <a:spcPct val="20000"/>
        </a:spcBef>
        <a:spcAft>
          <a:spcPct val="0"/>
        </a:spcAft>
        <a:buChar char="»"/>
        <a:defRPr sz="5250">
          <a:solidFill>
            <a:schemeClr val="tx1"/>
          </a:solidFill>
          <a:latin typeface="+mn-lt"/>
          <a:ea typeface="+mn-ea"/>
        </a:defRPr>
      </a:lvl6pPr>
      <a:lvl7pPr marL="5865019" indent="-600869" algn="l" defTabSz="2403475" rtl="0" fontAlgn="base">
        <a:spcBef>
          <a:spcPct val="20000"/>
        </a:spcBef>
        <a:spcAft>
          <a:spcPct val="0"/>
        </a:spcAft>
        <a:buChar char="»"/>
        <a:defRPr sz="5250">
          <a:solidFill>
            <a:schemeClr val="tx1"/>
          </a:solidFill>
          <a:latin typeface="+mn-lt"/>
          <a:ea typeface="+mn-ea"/>
        </a:defRPr>
      </a:lvl7pPr>
      <a:lvl8pPr marL="6093619" indent="-600869" algn="l" defTabSz="2403475" rtl="0" fontAlgn="base">
        <a:spcBef>
          <a:spcPct val="20000"/>
        </a:spcBef>
        <a:spcAft>
          <a:spcPct val="0"/>
        </a:spcAft>
        <a:buChar char="»"/>
        <a:defRPr sz="5250">
          <a:solidFill>
            <a:schemeClr val="tx1"/>
          </a:solidFill>
          <a:latin typeface="+mn-lt"/>
          <a:ea typeface="+mn-ea"/>
        </a:defRPr>
      </a:lvl8pPr>
      <a:lvl9pPr marL="6322219" indent="-600869" algn="l" defTabSz="2403475" rtl="0" fontAlgn="base">
        <a:spcBef>
          <a:spcPct val="20000"/>
        </a:spcBef>
        <a:spcAft>
          <a:spcPct val="0"/>
        </a:spcAft>
        <a:buChar char="»"/>
        <a:defRPr sz="525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2286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Text Box 225"/>
          <p:cNvSpPr txBox="1">
            <a:spLocks noChangeArrowheads="1"/>
          </p:cNvSpPr>
          <p:nvPr/>
        </p:nvSpPr>
        <p:spPr bwMode="auto">
          <a:xfrm>
            <a:off x="1851660" y="1389410"/>
            <a:ext cx="18242280" cy="979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B0125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8085" tIns="50546" rIns="98085" bIns="50546">
            <a:spAutoFit/>
          </a:bodyPr>
          <a:lstStyle/>
          <a:p>
            <a:pPr algn="ctr"/>
            <a:r>
              <a:rPr lang="en-US" sz="3300" b="1" dirty="0">
                <a:solidFill>
                  <a:srgbClr val="0070C0"/>
                </a:solidFill>
                <a:latin typeface="Arial"/>
                <a:cs typeface="Arial"/>
              </a:rPr>
              <a:t>Mario De Jesus, Perfect Sylvester, William Clifford, Aaron Perez, and Palden Lama </a:t>
            </a:r>
            <a:br>
              <a:rPr lang="en-CA" sz="3300" b="1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en-CA" b="1" dirty="0">
                <a:solidFill>
                  <a:srgbClr val="0070C0"/>
                </a:solidFill>
                <a:latin typeface="Arial"/>
                <a:cs typeface="Arial"/>
              </a:rPr>
              <a:t>The University of Texas at San Antonio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3211" y="2751730"/>
            <a:ext cx="21719177" cy="9525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225"/>
          <p:cNvSpPr txBox="1">
            <a:spLocks noChangeArrowheads="1"/>
          </p:cNvSpPr>
          <p:nvPr/>
        </p:nvSpPr>
        <p:spPr bwMode="auto">
          <a:xfrm>
            <a:off x="623508" y="513352"/>
            <a:ext cx="21132800" cy="77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DB0125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8085" tIns="50546" rIns="98085" bIns="50546">
            <a:spAutoFit/>
          </a:bodyPr>
          <a:lstStyle/>
          <a:p>
            <a:pPr algn="ctr"/>
            <a:r>
              <a:rPr lang="en-US" sz="4400" b="1" dirty="0">
                <a:latin typeface="Arial"/>
                <a:cs typeface="Arial"/>
              </a:rPr>
              <a:t>Multi-Agent LLM Framework For Troubleshooting Distributed Systems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68580" y="31927800"/>
            <a:ext cx="21763808" cy="0"/>
          </a:xfrm>
          <a:prstGeom prst="line">
            <a:avLst/>
          </a:prstGeom>
          <a:ln w="76200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140274F1-040D-54F3-3901-8E8AFDA6DE2C}"/>
              </a:ext>
            </a:extLst>
          </p:cNvPr>
          <p:cNvSpPr/>
          <p:nvPr/>
        </p:nvSpPr>
        <p:spPr>
          <a:xfrm>
            <a:off x="642302" y="3226381"/>
            <a:ext cx="10178096" cy="45267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Abstract</a:t>
            </a:r>
          </a:p>
        </p:txBody>
      </p:sp>
      <p:sp>
        <p:nvSpPr>
          <p:cNvPr id="7" name="Text Box 255">
            <a:extLst>
              <a:ext uri="{FF2B5EF4-FFF2-40B4-BE49-F238E27FC236}">
                <a16:creationId xmlns:a16="http://schemas.microsoft.com/office/drawing/2014/main" id="{DBD45403-62D0-C026-C194-E7D180989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02" y="3867332"/>
            <a:ext cx="101780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rIns="91440">
            <a:spAutoFit/>
          </a:bodyPr>
          <a:lstStyle/>
          <a:p>
            <a:pPr algn="just" rtl="0"/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Effectively configuring distributed systems either in cloud or edge is challenging due to the complexity of application deployment and orchestration. In this project, we  developed </a:t>
            </a:r>
            <a:r>
              <a:rPr lang="en-US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multi-agent LLM framework designed to manage a testbed of distributed nodes, debug configuration errors, and analyze the root cause of performance issues. Our preliminary study shows the feasibility of </a:t>
            </a:r>
            <a:r>
              <a:rPr lang="en-US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We conducted performance benchmarking and analysis on a single server hosting Docker containers to emulate multiple compute nodes, with Kubernetes orchestrat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 the environment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73C6514-3EF7-D49A-1CC1-D7E1F1FA2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3631" y="32116076"/>
            <a:ext cx="1955587" cy="743123"/>
          </a:xfrm>
          <a:prstGeom prst="rect">
            <a:avLst/>
          </a:prstGeom>
        </p:spPr>
      </p:pic>
      <p:sp>
        <p:nvSpPr>
          <p:cNvPr id="2" name="Rounded Rectangle 10">
            <a:extLst>
              <a:ext uri="{FF2B5EF4-FFF2-40B4-BE49-F238E27FC236}">
                <a16:creationId xmlns:a16="http://schemas.microsoft.com/office/drawing/2014/main" id="{10923565-D0D6-11EB-0647-6AE67D6D4B90}"/>
              </a:ext>
            </a:extLst>
          </p:cNvPr>
          <p:cNvSpPr/>
          <p:nvPr/>
        </p:nvSpPr>
        <p:spPr>
          <a:xfrm>
            <a:off x="603188" y="7525561"/>
            <a:ext cx="10178096" cy="45267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556203C8-D4F7-33D1-66C3-6F5CCB561396}"/>
              </a:ext>
            </a:extLst>
          </p:cNvPr>
          <p:cNvSpPr/>
          <p:nvPr/>
        </p:nvSpPr>
        <p:spPr>
          <a:xfrm>
            <a:off x="11351304" y="3218228"/>
            <a:ext cx="10178096" cy="45267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Evaluation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72B33EE6-0867-605B-4CFD-C14E66646260}"/>
              </a:ext>
            </a:extLst>
          </p:cNvPr>
          <p:cNvSpPr/>
          <p:nvPr/>
        </p:nvSpPr>
        <p:spPr>
          <a:xfrm>
            <a:off x="10820398" y="28672656"/>
            <a:ext cx="10178096" cy="45267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Conclusions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483C55-FAF9-C09F-6854-B020B0172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32082946"/>
            <a:ext cx="2392494" cy="743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F9F251-EB54-3A40-CED8-2BD6CBE75504}"/>
              </a:ext>
            </a:extLst>
          </p:cNvPr>
          <p:cNvSpPr txBox="1"/>
          <p:nvPr/>
        </p:nvSpPr>
        <p:spPr>
          <a:xfrm>
            <a:off x="489903" y="32116076"/>
            <a:ext cx="15207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Acknowledgement</a:t>
            </a:r>
            <a:r>
              <a:rPr lang="en-US" sz="1600" dirty="0"/>
              <a:t>: This material is based upon work supported by the U.S Department of Energy, Office of Science, Office of Advanced Scientific Computing Research (ASCR), Reaching a New Energy Sciences Workforce (RENEW) under Award Number DE-SC0024322, and the UTSA School of Data Science Undergraduate Research Fellowship.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658EEA-6217-6B29-B4C1-9D183DA7A83F}"/>
              </a:ext>
            </a:extLst>
          </p:cNvPr>
          <p:cNvSpPr txBox="1"/>
          <p:nvPr/>
        </p:nvSpPr>
        <p:spPr>
          <a:xfrm>
            <a:off x="603188" y="8195816"/>
            <a:ext cx="10178096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Distributed computing systems can be complex or tedious to configure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automation tools like Ansible exist, effectively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utilizing such tools itself has a steep learning curve and is error-prone.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Automation of configuration management and troubleshooting will enable engineers to focus more on development rather than routine support tasks.</a:t>
            </a:r>
          </a:p>
          <a:p>
            <a:pPr lvl="1"/>
            <a:endParaRPr lang="en-U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Contributions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developed </a:t>
            </a:r>
            <a:r>
              <a:rPr lang="en-US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 multi-agent LLM framework to manage a Kubernetes cluster. The agent is developed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the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hidata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framework with the flexibility to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various models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Open AI GPT 4o, Google Gemini, etc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indent="-342900" rtl="0">
              <a:buFont typeface="Courier New" panose="02070309020205020404" pitchFamily="49" charset="0"/>
              <a:buChar char="o"/>
            </a:pPr>
            <a:r>
              <a:rPr lang="en-US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takes actions using Linux shell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commands, remembers chat history, and utilizes domain-specific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knowledge acquired through Retrieval Augmented Generation (RAG).</a:t>
            </a:r>
          </a:p>
          <a:p>
            <a:pPr marL="800100" indent="-342900" rtl="0">
              <a:buFont typeface="Courier New" panose="02070309020205020404" pitchFamily="49" charset="0"/>
              <a:buChar char="o"/>
            </a:pPr>
            <a:r>
              <a:rPr lang="en-US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lightweight and easily deployable on resource constrained edge devices.</a:t>
            </a:r>
          </a:p>
          <a:p>
            <a:pPr marL="800100" indent="-342900" rtl="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developed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KubeLLMBench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benchmarking framework designed to evaluate LLM agents in diagnosing and resolving various Kubernetes configuration issues.</a:t>
            </a:r>
          </a:p>
          <a:p>
            <a:pPr marL="800100" indent="-342900" rtl="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evaluation on our Kubernetes testbed demonstrates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effectiveness of our LLM agents.</a:t>
            </a:r>
          </a:p>
          <a:p>
            <a:pPr marL="457200" rtl="0"/>
            <a:endParaRPr lang="en-U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07CFECE4-3F9A-4A91-510B-44D6E45E459A}"/>
              </a:ext>
            </a:extLst>
          </p:cNvPr>
          <p:cNvSpPr/>
          <p:nvPr/>
        </p:nvSpPr>
        <p:spPr>
          <a:xfrm>
            <a:off x="642304" y="17217378"/>
            <a:ext cx="10178096" cy="45267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Methods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7591E8-E7A4-A419-FBEB-3B0C496DCDC1}"/>
              </a:ext>
            </a:extLst>
          </p:cNvPr>
          <p:cNvSpPr txBox="1"/>
          <p:nvPr/>
        </p:nvSpPr>
        <p:spPr>
          <a:xfrm>
            <a:off x="642302" y="17367017"/>
            <a:ext cx="6139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Architecture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7BAE03-E19B-0701-1977-B09B7104B35C}"/>
              </a:ext>
            </a:extLst>
          </p:cNvPr>
          <p:cNvSpPr txBox="1"/>
          <p:nvPr/>
        </p:nvSpPr>
        <p:spPr>
          <a:xfrm>
            <a:off x="675426" y="22767464"/>
            <a:ext cx="9263697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Design</a:t>
            </a:r>
          </a:p>
          <a:p>
            <a:pPr rtl="0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features a multi-agent architecture where an LLM agent, equipped with Linux shell tools, interacts with a RAG-based knowledge agent to diagnose Kubernetes configuration issues and apply necessary fixes.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agent in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configured to utilize both proprietary LLMs via remote access and lightweight open-source LLMs hosted locally on a nearby edge server.</a:t>
            </a:r>
            <a:endParaRPr lang="en-US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developed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KubeLLMBench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benchmark suite designed to evaluate LLM agents in diagnosing and resolving various Kubernetes configuration issues.</a:t>
            </a:r>
          </a:p>
          <a:p>
            <a:pPr lvl="1"/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evaluated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modes of multi-agent interaction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w/o self-eval: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tools agent takes all actions suggested by the knowledge agent in a single interaction.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(2) w/ self-eval: the tools agent takes one action at a time, evaluates the impact of the action and asks the knowledge agent to suggest further actions.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w/o memory: both agents have no memory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(4) w memory: both agents remember chat history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3B1E9D-E07E-464B-B0B3-D29472A15535}"/>
              </a:ext>
            </a:extLst>
          </p:cNvPr>
          <p:cNvSpPr txBox="1"/>
          <p:nvPr/>
        </p:nvSpPr>
        <p:spPr>
          <a:xfrm>
            <a:off x="11351304" y="3867332"/>
            <a:ext cx="101780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Testbed &amp; Tools</a:t>
            </a:r>
            <a:endParaRPr lang="en-US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server hosting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KubeLLM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Kubernetes cluster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Intel(R) Xeon(R) Gold 6338 (32 cores each) 768GB RAM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Nvidia A40 GPUs (46GB) VRAM</a:t>
            </a:r>
            <a:endParaRPr lang="en-U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Phidata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framework for developing LLM agents</a:t>
            </a:r>
            <a:endParaRPr lang="en-U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Kubernetes (v1.31.5) for container orchestration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8B3371-7F0B-BE76-4B4C-290A94A2A12C}"/>
              </a:ext>
            </a:extLst>
          </p:cNvPr>
          <p:cNvSpPr txBox="1"/>
          <p:nvPr/>
        </p:nvSpPr>
        <p:spPr>
          <a:xfrm>
            <a:off x="11362072" y="6372085"/>
            <a:ext cx="10178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Kubernetes Cluster Troubleshooting with LLM Agents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C4E9C-1E75-F415-AA42-D834EBADA592}"/>
              </a:ext>
            </a:extLst>
          </p:cNvPr>
          <p:cNvSpPr txBox="1"/>
          <p:nvPr/>
        </p:nvSpPr>
        <p:spPr>
          <a:xfrm>
            <a:off x="10687506" y="29087269"/>
            <a:ext cx="10663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Helvetica" pitchFamily="2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Helvetica" pitchFamily="2" charset="0"/>
              </a:rPr>
              <a:t>The </a:t>
            </a:r>
            <a:r>
              <a:rPr lang="en-US" dirty="0" err="1">
                <a:latin typeface="Helvetica" pitchFamily="2" charset="0"/>
              </a:rPr>
              <a:t>KubeLLM</a:t>
            </a:r>
            <a:r>
              <a:rPr lang="en-US" dirty="0">
                <a:latin typeface="Helvetica" pitchFamily="2" charset="0"/>
              </a:rPr>
              <a:t> framework using OpenAI GPT4o, Gemini-1.5-flash, O3-mini, Llama-3.3 can successfully perform many tasks associated with troubleshooting a Kubernetes cluster.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Helvetica" pitchFamily="2" charset="0"/>
              </a:rPr>
              <a:t>The Multi-agent framework significantly improves the accuracy of most models, while slightly degrades the accuracy of reasoning models like O3-mini.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D5F44-A017-1365-6BE3-B1EDF8E24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784" y="17858328"/>
            <a:ext cx="7673209" cy="4804720"/>
          </a:xfrm>
          <a:prstGeom prst="rect">
            <a:avLst/>
          </a:prstGeom>
        </p:spPr>
      </p:pic>
      <p:pic>
        <p:nvPicPr>
          <p:cNvPr id="11" name="Picture 10" descr="A graph of different colored rectangular objects&#10;&#10;Description automatically generated with medium confidence">
            <a:extLst>
              <a:ext uri="{FF2B5EF4-FFF2-40B4-BE49-F238E27FC236}">
                <a16:creationId xmlns:a16="http://schemas.microsoft.com/office/drawing/2014/main" id="{C759C523-EB14-54AF-12C2-CEC030CD9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799" y="7014575"/>
            <a:ext cx="9033693" cy="6003403"/>
          </a:xfrm>
          <a:prstGeom prst="rect">
            <a:avLst/>
          </a:prstGeom>
        </p:spPr>
      </p:pic>
      <p:pic>
        <p:nvPicPr>
          <p:cNvPr id="16" name="Picture 1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327E7A0C-8B4C-3A0D-2D6F-79CF2C7B66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5589" y="13743011"/>
            <a:ext cx="9320903" cy="61747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7EE8A7-E80E-04B2-417E-3538B31B527D}"/>
              </a:ext>
            </a:extLst>
          </p:cNvPr>
          <p:cNvSpPr txBox="1"/>
          <p:nvPr/>
        </p:nvSpPr>
        <p:spPr>
          <a:xfrm>
            <a:off x="11779194" y="13060594"/>
            <a:ext cx="9126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1 </a:t>
            </a:r>
            <a:r>
              <a:rPr lang="en-US" dirty="0"/>
              <a:t>Average Accuracy with Different Models &amp; Approaches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1B73E-59B8-5089-0FF6-0AA3952FD2C1}"/>
              </a:ext>
            </a:extLst>
          </p:cNvPr>
          <p:cNvSpPr txBox="1"/>
          <p:nvPr/>
        </p:nvSpPr>
        <p:spPr>
          <a:xfrm>
            <a:off x="11753794" y="19988283"/>
            <a:ext cx="9126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2 </a:t>
            </a:r>
            <a:r>
              <a:rPr lang="en-US" dirty="0"/>
              <a:t>Average Execution Time with Different Models &amp; Approaches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29BD23-2E73-8D09-1FC3-1534F7FF9E93}"/>
              </a:ext>
            </a:extLst>
          </p:cNvPr>
          <p:cNvSpPr txBox="1"/>
          <p:nvPr/>
        </p:nvSpPr>
        <p:spPr>
          <a:xfrm>
            <a:off x="10920889" y="27988129"/>
            <a:ext cx="10196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 </a:t>
            </a:r>
            <a:r>
              <a:rPr lang="en-US" dirty="0"/>
              <a:t>Performance of various models and approaches at task-level granularity.</a:t>
            </a:r>
          </a:p>
        </p:txBody>
      </p:sp>
      <p:graphicFrame>
        <p:nvGraphicFramePr>
          <p:cNvPr id="35" name="Content Placeholder 4">
            <a:extLst>
              <a:ext uri="{FF2B5EF4-FFF2-40B4-BE49-F238E27FC236}">
                <a16:creationId xmlns:a16="http://schemas.microsoft.com/office/drawing/2014/main" id="{1AE7F597-F04D-FE7C-7517-7878E2FDF8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756095"/>
              </p:ext>
            </p:extLst>
          </p:nvPr>
        </p:nvGraphicFramePr>
        <p:xfrm>
          <a:off x="9939123" y="20672810"/>
          <a:ext cx="11817185" cy="6980744"/>
        </p:xfrm>
        <a:graphic>
          <a:graphicData uri="http://schemas.openxmlformats.org/drawingml/2006/table">
            <a:tbl>
              <a:tblPr/>
              <a:tblGrid>
                <a:gridCol w="1494172">
                  <a:extLst>
                    <a:ext uri="{9D8B030D-6E8A-4147-A177-3AD203B41FA5}">
                      <a16:colId xmlns:a16="http://schemas.microsoft.com/office/drawing/2014/main" val="2712857371"/>
                    </a:ext>
                  </a:extLst>
                </a:gridCol>
                <a:gridCol w="1305205">
                  <a:extLst>
                    <a:ext uri="{9D8B030D-6E8A-4147-A177-3AD203B41FA5}">
                      <a16:colId xmlns:a16="http://schemas.microsoft.com/office/drawing/2014/main" val="84846510"/>
                    </a:ext>
                  </a:extLst>
                </a:gridCol>
                <a:gridCol w="1125028">
                  <a:extLst>
                    <a:ext uri="{9D8B030D-6E8A-4147-A177-3AD203B41FA5}">
                      <a16:colId xmlns:a16="http://schemas.microsoft.com/office/drawing/2014/main" val="118170444"/>
                    </a:ext>
                  </a:extLst>
                </a:gridCol>
                <a:gridCol w="1107452">
                  <a:extLst>
                    <a:ext uri="{9D8B030D-6E8A-4147-A177-3AD203B41FA5}">
                      <a16:colId xmlns:a16="http://schemas.microsoft.com/office/drawing/2014/main" val="513718200"/>
                    </a:ext>
                  </a:extLst>
                </a:gridCol>
                <a:gridCol w="1107452">
                  <a:extLst>
                    <a:ext uri="{9D8B030D-6E8A-4147-A177-3AD203B41FA5}">
                      <a16:colId xmlns:a16="http://schemas.microsoft.com/office/drawing/2014/main" val="1131737179"/>
                    </a:ext>
                  </a:extLst>
                </a:gridCol>
                <a:gridCol w="1177760">
                  <a:extLst>
                    <a:ext uri="{9D8B030D-6E8A-4147-A177-3AD203B41FA5}">
                      <a16:colId xmlns:a16="http://schemas.microsoft.com/office/drawing/2014/main" val="497788538"/>
                    </a:ext>
                  </a:extLst>
                </a:gridCol>
                <a:gridCol w="1177760">
                  <a:extLst>
                    <a:ext uri="{9D8B030D-6E8A-4147-A177-3AD203B41FA5}">
                      <a16:colId xmlns:a16="http://schemas.microsoft.com/office/drawing/2014/main" val="1599216694"/>
                    </a:ext>
                  </a:extLst>
                </a:gridCol>
                <a:gridCol w="1107452">
                  <a:extLst>
                    <a:ext uri="{9D8B030D-6E8A-4147-A177-3AD203B41FA5}">
                      <a16:colId xmlns:a16="http://schemas.microsoft.com/office/drawing/2014/main" val="3217264981"/>
                    </a:ext>
                  </a:extLst>
                </a:gridCol>
                <a:gridCol w="1107452">
                  <a:extLst>
                    <a:ext uri="{9D8B030D-6E8A-4147-A177-3AD203B41FA5}">
                      <a16:colId xmlns:a16="http://schemas.microsoft.com/office/drawing/2014/main" val="1494391178"/>
                    </a:ext>
                  </a:extLst>
                </a:gridCol>
                <a:gridCol w="1107452">
                  <a:extLst>
                    <a:ext uri="{9D8B030D-6E8A-4147-A177-3AD203B41FA5}">
                      <a16:colId xmlns:a16="http://schemas.microsoft.com/office/drawing/2014/main" val="1231536815"/>
                    </a:ext>
                  </a:extLst>
                </a:gridCol>
              </a:tblGrid>
              <a:tr h="35931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Approach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environment_variable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incorrect_selector 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liveness_probe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misspelling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port_mismatch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volume_mount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wrong_interface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wrong_port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352218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Multi-Agent w/ Memory w/o Self-Eval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17.3s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60.0% / 38.4s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16.7s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42.11% / 19.0s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26.2s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17.6s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56.5s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49.2s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127657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36.7s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17.2s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60.0% / 46.6s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16.1s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37.1s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97.9s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54.9s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545018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46.8s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60.7s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22.6s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45.0% / 63.2s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73.5s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58.2s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76.2s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85.1s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342811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97.9s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75.0% / 140.9s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99.3s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70.8s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86.3s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113.0s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89.6s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144.8s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534077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Multi-Agent w/ Memory w/ Self-Eval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13.7s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75.0% / 21.6s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18.5s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30.0% / 29.2s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14.6s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21.5s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72.9s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87.3s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42960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70.59% / 39.9s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80.0% / 27.4s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147.4s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70.0% / 66.0s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59.7s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39.8s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125.4s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115.8s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676950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65.8s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65.0% / 163.3s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88.4s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60.0% / 224.9s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130.6s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45.2s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245.8s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169.5s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25345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321.2s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85.0% / 73.8s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362.1s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80.0% / 315.8s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105.7s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190.0s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290.5s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255.1s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20456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Multi-Agent w/o Memory w/o Self-Eval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20.5s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29.5s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55.0% / 22.2s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32.4s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21.5s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83.7s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47.9s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347423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104.7s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35.0s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70.0% / 24.4s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36.8s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23.3s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83.6s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95.4s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118302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46.1s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64.6s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35.0% / 58.8s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88.3s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51.9s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81.3s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84.3s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4535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88.8s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100.4s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88.4s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75.0% / 48.5s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68.7s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81.9s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78.1s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88.1s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93470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Multi-Agent w/o Memory w/ Self-Eval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28.57% / 21.0s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35.1s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27.5s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20.0% / 30.6s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26.8s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67.3s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75.1s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78.6s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878805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82.35% / 119.2s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109.8s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127.4s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55.0% / 82.6s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107.3s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51.4s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430.6s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238.4s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324083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61.5s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183.3s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56.6s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70.0% / 177.4s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99.3s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102.2s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216.2s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195.0s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41131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104.7s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85.0% / 87.5s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313.4s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85.0% / 175.1s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121.3s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123.3s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282.3s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359.1s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950727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Single-Agent w/ Memory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7.0s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45.0% / 76.0s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19.2s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4.2s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104.5s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946675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11.76% / 151.5s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50.0% / 33.2s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40.7s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27.0s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48.0s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44.4s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59.4s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466383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88.6s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90.0% / 49.2s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104.4s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150.6s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101.2s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165.7s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66.1s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40245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42.4s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94.74% / 77.8s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52.5s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58.3s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59.6s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62.2s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70.7s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50.5s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3326"/>
                  </a:ext>
                </a:extLst>
              </a:tr>
              <a:tr h="275893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Single-Agent w/o Memory</a:t>
                      </a:r>
                    </a:p>
                  </a:txBody>
                  <a:tcPr marL="3102" marR="3102" marT="310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gemini-1.5-flash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177.5s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43.2s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6.1s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4.3s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253.6s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90.6s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97262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gpt-4o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 / 26.6s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25.0% / 16.1s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44.9s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25.0% / 19.4s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90.1s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44.7s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63.6s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657318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llama3.3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5.26% / 106.0s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61.0s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106.6s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15.0% / 102.9s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95.0% / 122.9s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74.4s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---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130.8s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342489"/>
                  </a:ext>
                </a:extLst>
              </a:tr>
              <a:tr h="275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o3-mini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30.0s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55.6s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57.0s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54.2s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52.7s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59.8s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63.7s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 / 93.4s</a:t>
                      </a:r>
                    </a:p>
                  </a:txBody>
                  <a:tcPr marL="3102" marR="3102" marT="310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716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18247</TotalTime>
  <Words>1484</Words>
  <Application>Microsoft Office PowerPoint</Application>
  <PresentationFormat>Custom</PresentationFormat>
  <Paragraphs>283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 Narrow</vt:lpstr>
      <vt:lpstr>Arial</vt:lpstr>
      <vt:lpstr>Calibri</vt:lpstr>
      <vt:lpstr>Courier New</vt:lpstr>
      <vt:lpstr>Helvetica</vt:lpstr>
      <vt:lpstr>Times New Roman</vt:lpstr>
      <vt:lpstr>Default Design</vt:lpstr>
      <vt:lpstr>PowerPoint Presentation</vt:lpstr>
    </vt:vector>
  </TitlesOfParts>
  <Company>NCO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Office</dc:creator>
  <cp:lastModifiedBy>Palden Lama</cp:lastModifiedBy>
  <cp:revision>147</cp:revision>
  <dcterms:created xsi:type="dcterms:W3CDTF">2000-03-30T12:26:29Z</dcterms:created>
  <dcterms:modified xsi:type="dcterms:W3CDTF">2025-04-12T14:26:39Z</dcterms:modified>
</cp:coreProperties>
</file>